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ustom.xml" ContentType="application/vnd.openxmlformats-officedocument.custom-propertie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94" r:id="rId2"/>
    <p:sldId id="271" r:id="rId3"/>
    <p:sldId id="278" r:id="rId4"/>
    <p:sldId id="273" r:id="rId5"/>
    <p:sldId id="295" r:id="rId6"/>
    <p:sldId id="296" r:id="rId7"/>
    <p:sldId id="281" r:id="rId8"/>
    <p:sldId id="293" r:id="rId9"/>
    <p:sldId id="277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71E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showOutlineIcons="0" horzBarState="maximized">
    <p:restoredLeft sz="15996" autoAdjust="0"/>
    <p:restoredTop sz="94660" autoAdjust="0"/>
  </p:normalViewPr>
  <p:slideViewPr>
    <p:cSldViewPr snapToGrid="0">
      <p:cViewPr>
        <p:scale>
          <a:sx n="66" d="100"/>
          <a:sy n="66" d="100"/>
        </p:scale>
        <p:origin x="-560" y="-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2025/9/20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OneDrive\Desktop\Untitled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cer\OneDrive\Desktop\Untitled1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OneDrive\Desktop\Untitled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OneDrive\Desktop\Untitled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44378"/>
            <a:ext cx="12191999" cy="671362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OneDrive\Desktop\Untitled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12191999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OneDrive\Desktop\Untitled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OneDrive\Desktop\Untitled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cer\OneDrive\Desktop\Untitled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cer\OneDrive\Desktop\Untitled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2" r:id="rId8"/>
    <p:sldLayoutId id="2147483653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10" Type="http://schemas.openxmlformats.org/officeDocument/2006/relationships/image" Target="../media/image3.jpeg"/><Relationship Id="rId4" Type="http://schemas.openxmlformats.org/officeDocument/2006/relationships/tags" Target="../tags/tag18.xml"/><Relationship Id="rId9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4.jpeg"/><Relationship Id="rId4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378296" y="2299855"/>
            <a:ext cx="9308177" cy="1495251"/>
          </a:xfrm>
          <a:prstGeom prst="rect">
            <a:avLst/>
          </a:prstGeom>
        </p:spPr>
        <p:txBody>
          <a:bodyPr vert="horz" lIns="101600" tIns="38100" rIns="63500" bIns="381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1" u="none" strike="noStrike" kern="1200" cap="none" spc="0" normalizeH="0" baseline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6000" dirty="0">
                <a:solidFill>
                  <a:schemeClr val="accent1">
                    <a:lumMod val="75000"/>
                  </a:schemeClr>
                </a:solidFill>
                <a:latin typeface="+mj-lt"/>
                <a:cs typeface="+mj-lt"/>
              </a:rPr>
              <a:t>Presentation Title</a:t>
            </a:r>
          </a:p>
        </p:txBody>
      </p:sp>
      <p:sp>
        <p:nvSpPr>
          <p:cNvPr id="2" name="矩形 1"/>
          <p:cNvSpPr/>
          <p:nvPr/>
        </p:nvSpPr>
        <p:spPr>
          <a:xfrm>
            <a:off x="4229735" y="3928110"/>
            <a:ext cx="3732530" cy="814705"/>
          </a:xfrm>
          <a:prstGeom prst="rect">
            <a:avLst/>
          </a:prstGeom>
        </p:spPr>
        <p:txBody>
          <a:bodyPr vert="horz" wrap="square" lIns="101600" tIns="38100" rIns="63500" bIns="381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1" u="none" strike="noStrike" kern="1200" cap="none" spc="0" normalizeH="0" baseline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400" dirty="0" smtClean="0">
                <a:solidFill>
                  <a:schemeClr val="accent1">
                    <a:lumMod val="75000"/>
                  </a:schemeClr>
                </a:solidFill>
                <a:latin typeface="+mj-lt"/>
                <a:cs typeface="+mj-lt"/>
                <a:sym typeface="+mn-ea"/>
              </a:rPr>
              <a:t>Paper ID: &lt;ID&gt;</a:t>
            </a:r>
          </a:p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400" dirty="0" smtClean="0">
                <a:solidFill>
                  <a:schemeClr val="accent1">
                    <a:lumMod val="75000"/>
                  </a:schemeClr>
                </a:solidFill>
                <a:latin typeface="+mj-lt"/>
                <a:cs typeface="+mj-lt"/>
                <a:sym typeface="+mn-ea"/>
              </a:rPr>
              <a:t>Name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+mj-lt"/>
              <a:cs typeface="+mj-lt"/>
              <a:sym typeface="+mn-ea"/>
            </a:endParaRPr>
          </a:p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+mj-lt"/>
                <a:cs typeface="+mj-lt"/>
                <a:sym typeface="+mn-ea"/>
              </a:rPr>
              <a:t>Affiliation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1595033" y="686147"/>
            <a:ext cx="32764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CONTENTS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80598" y="2098307"/>
            <a:ext cx="49955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altLang="zh-CN" sz="2400" b="1" dirty="0" smtClean="0">
                <a:ln w="25400">
                  <a:noFill/>
                </a:ln>
                <a:solidFill>
                  <a:schemeClr val="bg1">
                    <a:lumMod val="65000"/>
                  </a:schemeClr>
                </a:solidFill>
                <a:latin typeface="+mj-lt"/>
                <a:ea typeface="微软雅黑" panose="020B0503020204020204" charset="-122"/>
                <a:cs typeface="+mj-lt"/>
                <a:sym typeface="+mn-ea"/>
              </a:rPr>
              <a:t>01. 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Introduction / Background</a:t>
            </a:r>
          </a:p>
          <a:p>
            <a:pPr marL="342900" indent="-342900">
              <a:lnSpc>
                <a:spcPct val="150000"/>
              </a:lnSpc>
            </a:pPr>
            <a:r>
              <a:rPr lang="en-US" altLang="zh-CN" sz="2400" b="1" dirty="0" smtClean="0">
                <a:ln w="25400">
                  <a:noFill/>
                </a:ln>
                <a:solidFill>
                  <a:schemeClr val="bg1">
                    <a:lumMod val="65000"/>
                  </a:schemeClr>
                </a:solidFill>
                <a:latin typeface="+mj-lt"/>
                <a:ea typeface="微软雅黑" panose="020B0503020204020204" charset="-122"/>
                <a:cs typeface="+mj-lt"/>
                <a:sym typeface="+mn-ea"/>
              </a:rPr>
              <a:t>02. 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Objectives / Purpose</a:t>
            </a:r>
          </a:p>
          <a:p>
            <a:pPr marL="342900" indent="-342900">
              <a:lnSpc>
                <a:spcPct val="150000"/>
              </a:lnSpc>
            </a:pPr>
            <a:r>
              <a:rPr lang="en-US" altLang="zh-CN" sz="2400" b="1" dirty="0" smtClean="0">
                <a:ln w="25400">
                  <a:noFill/>
                </a:ln>
                <a:solidFill>
                  <a:schemeClr val="bg1">
                    <a:lumMod val="65000"/>
                  </a:schemeClr>
                </a:solidFill>
                <a:latin typeface="+mj-lt"/>
                <a:ea typeface="微软雅黑" panose="020B0503020204020204" charset="-122"/>
                <a:cs typeface="+mj-lt"/>
                <a:sym typeface="+mn-ea"/>
              </a:rPr>
              <a:t>03. 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Methodology / Approach</a:t>
            </a:r>
          </a:p>
          <a:p>
            <a:pPr marL="342900" indent="-342900">
              <a:lnSpc>
                <a:spcPct val="150000"/>
              </a:lnSpc>
            </a:pPr>
            <a:r>
              <a:rPr lang="en-US" altLang="zh-CN" sz="2400" b="1" dirty="0" smtClean="0">
                <a:ln w="25400">
                  <a:noFill/>
                </a:ln>
                <a:solidFill>
                  <a:schemeClr val="bg1">
                    <a:lumMod val="65000"/>
                  </a:schemeClr>
                </a:solidFill>
                <a:latin typeface="+mj-lt"/>
                <a:ea typeface="微软雅黑" panose="020B0503020204020204" charset="-122"/>
                <a:cs typeface="+mj-lt"/>
                <a:sym typeface="+mn-ea"/>
              </a:rPr>
              <a:t>04. 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Key Findings / Discussion</a:t>
            </a:r>
          </a:p>
          <a:p>
            <a:pPr marL="342900" indent="-342900">
              <a:lnSpc>
                <a:spcPct val="150000"/>
              </a:lnSpc>
            </a:pPr>
            <a:r>
              <a:rPr lang="en-US" altLang="zh-CN" sz="2400" b="1" dirty="0" smtClean="0">
                <a:ln w="25400">
                  <a:noFill/>
                </a:ln>
                <a:solidFill>
                  <a:schemeClr val="bg1">
                    <a:lumMod val="65000"/>
                  </a:schemeClr>
                </a:solidFill>
                <a:latin typeface="+mj-lt"/>
                <a:ea typeface="微软雅黑" panose="020B0503020204020204" charset="-122"/>
                <a:cs typeface="+mj-lt"/>
                <a:sym typeface="+mn-ea"/>
              </a:rPr>
              <a:t>05. 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Any other key point</a:t>
            </a:r>
          </a:p>
          <a:p>
            <a:pPr marL="342900" indent="-342900">
              <a:lnSpc>
                <a:spcPct val="150000"/>
              </a:lnSpc>
            </a:pPr>
            <a:r>
              <a:rPr lang="en-US" altLang="zh-CN" sz="2400" b="1" dirty="0" smtClean="0">
                <a:ln w="25400">
                  <a:noFill/>
                </a:ln>
                <a:solidFill>
                  <a:schemeClr val="bg1">
                    <a:lumMod val="65000"/>
                  </a:schemeClr>
                </a:solidFill>
                <a:latin typeface="+mj-lt"/>
                <a:ea typeface="微软雅黑" panose="020B0503020204020204" charset="-122"/>
                <a:cs typeface="+mj-lt"/>
                <a:sym typeface="+mn-ea"/>
              </a:rPr>
              <a:t>06. 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Conclusion</a:t>
            </a:r>
          </a:p>
          <a:p>
            <a:pPr marL="342900" indent="-342900"/>
            <a:endParaRPr lang="en-US" sz="2400" dirty="0">
              <a:latin typeface="Arial Rounded MT Bold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59460" y="3277235"/>
            <a:ext cx="8491855" cy="1321435"/>
          </a:xfrm>
          <a:prstGeom prst="rect">
            <a:avLst/>
          </a:prstGeom>
        </p:spPr>
        <p:txBody>
          <a:bodyPr vert="horz" lIns="101600" tIns="38100" rIns="63500" bIns="381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1" u="none" strike="noStrike" kern="1200" cap="none" spc="0" normalizeH="0" baseline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Click here to add title </a:t>
            </a:r>
            <a:endParaRPr lang="en-US" altLang="zh-CN" sz="6000" dirty="0">
              <a:solidFill>
                <a:schemeClr val="accent1">
                  <a:lumMod val="75000"/>
                </a:schemeClr>
              </a:solidFill>
              <a:latin typeface="+mj-lt"/>
              <a:cs typeface="+mj-lt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59460" y="1849755"/>
            <a:ext cx="2633980" cy="13411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noAutofit/>
          </a:bodyPr>
          <a:lstStyle/>
          <a:p>
            <a:pPr algn="l"/>
            <a:r>
              <a:rPr lang="en-US" altLang="zh-CN" sz="9600" b="1" dirty="0">
                <a:ln w="25400">
                  <a:noFill/>
                </a:ln>
                <a:solidFill>
                  <a:schemeClr val="bg1">
                    <a:lumMod val="65000"/>
                  </a:schemeClr>
                </a:solidFill>
                <a:uFillTx/>
                <a:latin typeface="+mj-lt"/>
                <a:ea typeface="微软雅黑" panose="020B0503020204020204" charset="-122"/>
                <a:cs typeface="+mj-lt"/>
                <a:sym typeface="+mn-ea"/>
              </a:rPr>
              <a:t>01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0">
              <a:srgbClr val="FFFF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Click here to add title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8330" y="1514475"/>
            <a:ext cx="10059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Calibri" panose="020F0502020204030204" charset="0"/>
                <a:cs typeface="Calibri" panose="020F0502020204030204" charset="0"/>
              </a:rPr>
              <a:t>Click here to add text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59460" y="3277235"/>
            <a:ext cx="8491855" cy="1321435"/>
          </a:xfrm>
          <a:prstGeom prst="rect">
            <a:avLst/>
          </a:prstGeom>
        </p:spPr>
        <p:txBody>
          <a:bodyPr vert="horz" lIns="101600" tIns="38100" rIns="63500" bIns="381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1" u="none" strike="noStrike" kern="1200" cap="none" spc="0" normalizeH="0" baseline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Click here to add title </a:t>
            </a:r>
            <a:endParaRPr lang="en-US" altLang="zh-CN" sz="6000" dirty="0">
              <a:solidFill>
                <a:schemeClr val="accent1">
                  <a:lumMod val="75000"/>
                </a:schemeClr>
              </a:solidFill>
              <a:latin typeface="+mj-lt"/>
              <a:cs typeface="+mj-lt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59460" y="1849755"/>
            <a:ext cx="2633980" cy="13411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noAutofit/>
          </a:bodyPr>
          <a:lstStyle/>
          <a:p>
            <a:pPr algn="l"/>
            <a:r>
              <a:rPr lang="en-US" altLang="zh-CN" sz="9600" b="1" dirty="0" smtClean="0">
                <a:ln w="25400">
                  <a:noFill/>
                </a:ln>
                <a:solidFill>
                  <a:schemeClr val="bg1">
                    <a:lumMod val="65000"/>
                  </a:schemeClr>
                </a:solidFill>
                <a:uFillTx/>
                <a:latin typeface="+mj-lt"/>
                <a:ea typeface="微软雅黑" panose="020B0503020204020204" charset="-122"/>
                <a:cs typeface="+mj-lt"/>
                <a:sym typeface="+mn-ea"/>
              </a:rPr>
              <a:t>02</a:t>
            </a:r>
            <a:endParaRPr lang="en-US" altLang="zh-CN" sz="9600" b="1" dirty="0">
              <a:ln w="25400">
                <a:noFill/>
              </a:ln>
              <a:solidFill>
                <a:schemeClr val="bg1">
                  <a:lumMod val="65000"/>
                </a:schemeClr>
              </a:solidFill>
              <a:uFillTx/>
              <a:latin typeface="+mj-lt"/>
              <a:ea typeface="微软雅黑" panose="020B0503020204020204" charset="-122"/>
              <a:cs typeface="+mj-lt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Click here to add title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8330" y="1514475"/>
            <a:ext cx="10059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Calibri" panose="020F0502020204030204" charset="0"/>
                <a:cs typeface="Calibri" panose="020F0502020204030204" charset="0"/>
              </a:rPr>
              <a:t>Click here to add text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0">
              <a:srgbClr val="FFFF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Click here to add title </a:t>
            </a: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4940594" y="2510726"/>
            <a:ext cx="6111875" cy="8132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2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+mn-ea"/>
                <a:cs typeface="Calibri" panose="020F0502020204030204" charset="0"/>
                <a:sym typeface="+mn-ea"/>
              </a:rPr>
              <a:t>Click here to add text</a:t>
            </a: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4940594" y="2116257"/>
            <a:ext cx="6111875" cy="346870"/>
          </a:xfrm>
          <a:prstGeom prst="rect">
            <a:avLst/>
          </a:prstGeom>
          <a:noFill/>
        </p:spPr>
        <p:txBody>
          <a:bodyPr wrap="square" lIns="0" tIns="0" rIns="0" bIns="0" anchor="b" anchorCtr="0">
            <a:noAutofit/>
          </a:bodyPr>
          <a:lstStyle/>
          <a:p>
            <a:r>
              <a:rPr lang="en-US" altLang="zh-CN" sz="1600" b="1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Click here to add title 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4940594" y="5330802"/>
            <a:ext cx="6111875" cy="8132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Click here to add text</a:t>
            </a:r>
            <a:endParaRPr lang="en-US" altLang="zh-CN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+mn-ea"/>
              <a:cs typeface="Calibri" panose="020F0502020204030204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+mn-ea"/>
              <a:cs typeface="Calibri" panose="020F0502020204030204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+mn-ea"/>
              <a:cs typeface="Calibri" panose="020F0502020204030204" charset="0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4940594" y="4879876"/>
            <a:ext cx="6111875" cy="403327"/>
          </a:xfrm>
          <a:prstGeom prst="rect">
            <a:avLst/>
          </a:prstGeom>
          <a:noFill/>
        </p:spPr>
        <p:txBody>
          <a:bodyPr wrap="square" lIns="0" tIns="0" rIns="0" bIns="0" anchor="b" anchorCtr="0">
            <a:noAutofit/>
          </a:bodyPr>
          <a:lstStyle/>
          <a:p>
            <a:r>
              <a:rPr lang="en-US" altLang="zh-CN" sz="1600" b="1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Click here to add title 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4940594" y="3920764"/>
            <a:ext cx="6111875" cy="8132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Click here to add text</a:t>
            </a:r>
            <a:endParaRPr lang="en-US" altLang="zh-CN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+mn-ea"/>
              <a:cs typeface="Calibri" panose="020F0502020204030204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+mn-ea"/>
              <a:cs typeface="Calibri" panose="020F0502020204030204" charset="0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4940594" y="3469838"/>
            <a:ext cx="6111875" cy="403327"/>
          </a:xfrm>
          <a:prstGeom prst="rect">
            <a:avLst/>
          </a:prstGeom>
          <a:noFill/>
        </p:spPr>
        <p:txBody>
          <a:bodyPr wrap="square" lIns="0" tIns="0" rIns="0" bIns="0" anchor="b" anchorCtr="0">
            <a:noAutofit/>
          </a:bodyPr>
          <a:lstStyle/>
          <a:p>
            <a:r>
              <a:rPr lang="en-US" altLang="zh-CN" sz="1600" b="1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Click here to add title 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pic>
        <p:nvPicPr>
          <p:cNvPr id="13314" name="Picture 2" descr="Campus Life | Thapar School of Liberal Arts and Sciences (TSLAS)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733092" y="2009591"/>
            <a:ext cx="3453898" cy="3476810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731519" y="5496026"/>
            <a:ext cx="3484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1: &lt;&lt;Replace Your Results/Diagram&gt;&gt;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0">
              <a:srgbClr val="FFFF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Click here to add title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95960" y="1431290"/>
            <a:ext cx="6722110" cy="1071278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>
            <a:lvl1pPr marL="228600" marR="0" lvl="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342900" lvl="0" indent="-285750" algn="l">
              <a:lnSpc>
                <a:spcPct val="140000"/>
              </a:lnSpc>
              <a:spcAft>
                <a:spcPts val="1200"/>
              </a:spcAft>
              <a:buClrTx/>
              <a:buSzTx/>
              <a:buFont typeface="Wingdings" panose="05000000000000000000" charset="0"/>
              <a:buChar char="l"/>
            </a:pPr>
            <a:r>
              <a:rPr lang="en-US" altLang="zh-CN" sz="280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charset="0"/>
                <a:ea typeface="+mn-ea"/>
                <a:cs typeface="Calibri" panose="020F0502020204030204" charset="0"/>
                <a:sym typeface="+mn-ea"/>
              </a:rPr>
              <a:t>Add text</a:t>
            </a:r>
          </a:p>
        </p:txBody>
      </p:sp>
      <p:pic>
        <p:nvPicPr>
          <p:cNvPr id="10242" name="Picture 2" descr="ABOUT TIET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414225" y="1967882"/>
            <a:ext cx="3020587" cy="3104630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8171847" y="5284270"/>
            <a:ext cx="3426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2: &lt;&lt;Replace Your Results/Diagram&gt;&gt;</a:t>
            </a:r>
            <a:endParaRPr lang="en-US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80716" y="3174108"/>
          <a:ext cx="6428608" cy="247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152"/>
                <a:gridCol w="1607152"/>
                <a:gridCol w="1607152"/>
                <a:gridCol w="1607152"/>
              </a:tblGrid>
              <a:tr h="6189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189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189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189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462462" y="2731971"/>
            <a:ext cx="3426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 1: &lt;&lt;add your table&gt;&gt;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467100" y="3594735"/>
            <a:ext cx="5257165" cy="12319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6000" b="1" kern="1200" dirty="0">
                <a:gradFill>
                  <a:gsLst>
                    <a:gs pos="0">
                      <a:schemeClr val="accent1"/>
                    </a:gs>
                    <a:gs pos="70000">
                      <a:schemeClr val="accent2"/>
                    </a:gs>
                  </a:gsLst>
                  <a:lin ang="5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algn="dist"/>
            <a:endParaRPr lang="zh-CN" altLang="en-US" sz="4400" b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322103" y="1083142"/>
            <a:ext cx="10164445" cy="371348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6000" b="1" kern="1200" dirty="0">
                <a:gradFill>
                  <a:gsLst>
                    <a:gs pos="0">
                      <a:schemeClr val="accent1"/>
                    </a:gs>
                    <a:gs pos="70000">
                      <a:schemeClr val="accent2"/>
                    </a:gs>
                  </a:gsLst>
                  <a:lin ang="5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6600" b="0" dirty="0">
                <a:solidFill>
                  <a:schemeClr val="accent1">
                    <a:lumMod val="75000"/>
                  </a:schemeClr>
                </a:solidFill>
                <a:ea typeface="微软雅黑" panose="020B0503020204020204" charset="-122"/>
                <a:cs typeface="+mj-lt"/>
              </a:rPr>
              <a:t>THANK </a:t>
            </a:r>
            <a:r>
              <a:rPr lang="en-US" altLang="zh-CN" sz="6600" b="0" dirty="0" smtClean="0">
                <a:solidFill>
                  <a:schemeClr val="accent1">
                    <a:lumMod val="75000"/>
                  </a:schemeClr>
                </a:solidFill>
                <a:ea typeface="微软雅黑" panose="020B0503020204020204" charset="-122"/>
                <a:cs typeface="+mj-lt"/>
              </a:rPr>
              <a:t>YOU</a:t>
            </a:r>
            <a:endParaRPr lang="en-US" altLang="zh-CN" sz="6600" b="0" dirty="0">
              <a:solidFill>
                <a:schemeClr val="accent1">
                  <a:lumMod val="75000"/>
                </a:schemeClr>
              </a:solidFill>
              <a:ea typeface="微软雅黑" panose="020B0503020204020204" charset="-122"/>
              <a:cs typeface="+mj-lt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jRkYTY5Y2M2MmNkMDk3YTA3ZTU3ODhjZTAzMmE0NWQifQ=="/>
  <p:tag name="FULLTEXTBEAUTIFYED" val="1"/>
  <p:tag name="commondata" val="eyJoZGlkIjoiMTM2NDdkZjJkMGFhMGViMzI3NmMxNWVlYWYyODNjMz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9149_6"/>
  <p:tag name="KSO_WM_TEMPLATE_SUBCATEGORY" val="0"/>
  <p:tag name="KSO_WM_TEMPLATE_MASTER_TYPE" val="1"/>
  <p:tag name="KSO_WM_TEMPLATE_COLOR_TYPE" val="0"/>
  <p:tag name="KSO_WM_SLIDE_ITEM_CNT" val="0"/>
  <p:tag name="KSO_WM_SLIDE_INDEX" val="6"/>
  <p:tag name="KSO_WM_TAG_VERSION" val="1.0"/>
  <p:tag name="KSO_WM_BEAUTIFY_FLAG" val="#wm#"/>
  <p:tag name="KSO_WM_TEMPLATE_CATEGORY" val="custom"/>
  <p:tag name="KSO_WM_TEMPLATE_INDEX" val="20229149"/>
  <p:tag name="KSO_WM_SLIDE_TYPE" val="sectionTitle"/>
  <p:tag name="KSO_WM_SLIDE_SUBTYPE" val="pureTxt"/>
  <p:tag name="KSO_WM_SLIDE_LAYOUT" val="a_b_e"/>
  <p:tag name="KSO_WM_SLIDE_LAYOUT_CNT" val="1_2_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标题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9149_6*a*1"/>
  <p:tag name="KSO_WM_TEMPLATE_CATEGORY" val="custom"/>
  <p:tag name="KSO_WM_TEMPLATE_INDEX" val="20229149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9149"/>
  <p:tag name="KSO_WM_SLIDE_ID" val="custom20229149_3"/>
  <p:tag name="KSO_WM_TEMPLATE_SUBCATEGORY" val="0"/>
  <p:tag name="KSO_WM_TEMPLATE_MASTER_TYPE" val="1"/>
  <p:tag name="KSO_WM_TEMPLATE_COLOR_TYPE" val="0"/>
  <p:tag name="KSO_WM_SLIDE_ITEM_CNT" val="4"/>
  <p:tag name="KSO_WM_SLIDE_INDEX" val="3"/>
  <p:tag name="KSO_WM_TAG_VERSION" val="1.0"/>
  <p:tag name="KSO_WM_SLIDE_TYPE" val="contents"/>
  <p:tag name="KSO_WM_SLIDE_SUBTYPE" val="diag"/>
  <p:tag name="KSO_WM_DIAGRAM_GROUP_CODE" val="l1-1"/>
  <p:tag name="KSO_WM_SLIDE_DIAGTYPE" val="l"/>
  <p:tag name="KSO_WM_SLIDE_LAYOUT" val="a_l"/>
  <p:tag name="KSO_WM_SLIDE_LAYOUT_CNT" val="1_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9149_6"/>
  <p:tag name="KSO_WM_TEMPLATE_SUBCATEGORY" val="0"/>
  <p:tag name="KSO_WM_TEMPLATE_MASTER_TYPE" val="1"/>
  <p:tag name="KSO_WM_TEMPLATE_COLOR_TYPE" val="0"/>
  <p:tag name="KSO_WM_SLIDE_ITEM_CNT" val="0"/>
  <p:tag name="KSO_WM_SLIDE_INDEX" val="6"/>
  <p:tag name="KSO_WM_TAG_VERSION" val="1.0"/>
  <p:tag name="KSO_WM_BEAUTIFY_FLAG" val="#wm#"/>
  <p:tag name="KSO_WM_TEMPLATE_CATEGORY" val="custom"/>
  <p:tag name="KSO_WM_TEMPLATE_INDEX" val="20229149"/>
  <p:tag name="KSO_WM_SLIDE_TYPE" val="sectionTitle"/>
  <p:tag name="KSO_WM_SLIDE_SUBTYPE" val="pureTxt"/>
  <p:tag name="KSO_WM_SLIDE_LAYOUT" val="a_b_e"/>
  <p:tag name="KSO_WM_SLIDE_LAYOUT_CNT" val="1_2_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标题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9149_6*a*1"/>
  <p:tag name="KSO_WM_TEMPLATE_CATEGORY" val="custom"/>
  <p:tag name="KSO_WM_TEMPLATE_INDEX" val="20229149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#O1"/>
  <p:tag name="KSO_WM_UNIT_NOCLEAR" val="0"/>
  <p:tag name="KSO_WM_UNIT_VALUE" val="2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29149_6*e*1"/>
  <p:tag name="KSO_WM_TEMPLATE_CATEGORY" val="custom"/>
  <p:tag name="KSO_WM_TEMPLATE_INDEX" val="20229149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6944_1*a*1"/>
  <p:tag name="KSO_WM_TEMPLATE_CATEGORY" val="custom"/>
  <p:tag name="KSO_WM_TEMPLATE_INDEX" val="20236944"/>
  <p:tag name="KSO_WM_UNIT_LAYERLEVEL" val="1"/>
  <p:tag name="KSO_WM_TAG_VERSION" val="3.0"/>
  <p:tag name="KSO_WM_BEAUTIFY_FLAG" val="#wm#"/>
  <p:tag name="KSO_WM_UNIT_PRESET_TEXT" val="单击此处添加标题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9149_6"/>
  <p:tag name="KSO_WM_TEMPLATE_SUBCATEGORY" val="0"/>
  <p:tag name="KSO_WM_TEMPLATE_MASTER_TYPE" val="1"/>
  <p:tag name="KSO_WM_TEMPLATE_COLOR_TYPE" val="0"/>
  <p:tag name="KSO_WM_SLIDE_ITEM_CNT" val="0"/>
  <p:tag name="KSO_WM_SLIDE_INDEX" val="6"/>
  <p:tag name="KSO_WM_TAG_VERSION" val="1.0"/>
  <p:tag name="KSO_WM_BEAUTIFY_FLAG" val="#wm#"/>
  <p:tag name="KSO_WM_TEMPLATE_CATEGORY" val="custom"/>
  <p:tag name="KSO_WM_TEMPLATE_INDEX" val="20229149"/>
  <p:tag name="KSO_WM_SLIDE_TYPE" val="sectionTitle"/>
  <p:tag name="KSO_WM_SLIDE_SUBTYPE" val="pureTxt"/>
  <p:tag name="KSO_WM_SLIDE_LAYOUT" val="a_b_e"/>
  <p:tag name="KSO_WM_SLIDE_LAYOUT_CNT" val="1_2_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标题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9149_6*a*1"/>
  <p:tag name="KSO_WM_TEMPLATE_CATEGORY" val="custom"/>
  <p:tag name="KSO_WM_TEMPLATE_INDEX" val="20229149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#O1"/>
  <p:tag name="KSO_WM_UNIT_NOCLEAR" val="0"/>
  <p:tag name="KSO_WM_UNIT_VALUE" val="2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29149_6*e*1"/>
  <p:tag name="KSO_WM_TEMPLATE_CATEGORY" val="custom"/>
  <p:tag name="KSO_WM_TEMPLATE_INDEX" val="20229149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6944_1*a*1"/>
  <p:tag name="KSO_WM_TEMPLATE_CATEGORY" val="custom"/>
  <p:tag name="KSO_WM_TEMPLATE_INDEX" val="20236944"/>
  <p:tag name="KSO_WM_UNIT_LAYERLEVEL" val="1"/>
  <p:tag name="KSO_WM_TAG_VERSION" val="3.0"/>
  <p:tag name="KSO_WM_BEAUTIFY_FLAG" val="#wm#"/>
  <p:tag name="KSO_WM_UNIT_PRESET_TEXT" val="单击此处添加标题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6944_1*a*1"/>
  <p:tag name="KSO_WM_TEMPLATE_CATEGORY" val="custom"/>
  <p:tag name="KSO_WM_TEMPLATE_INDEX" val="20236944"/>
  <p:tag name="KSO_WM_UNIT_LAYERLEVEL" val="1"/>
  <p:tag name="KSO_WM_TAG_VERSION" val="3.0"/>
  <p:tag name="KSO_WM_BEAUTIFY_FLAG" val="#wm#"/>
  <p:tag name="KSO_WM_UNIT_PRESET_TEXT" val="单击此处添加标题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4762_1*l_h_f*1_1_1"/>
  <p:tag name="KSO_WM_TEMPLATE_CATEGORY" val="diagram"/>
  <p:tag name="KSO_WM_TEMPLATE_INDEX" val="20234762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317.1493835449219,&quot;left&quot;:389.02314960629917,&quot;top&quot;:166.63440271572807,&quot;width&quot;:48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文本具体内容，简明扼要地阐述您的观点。根据需要可酌情增减文字内容以便观者准确地理解您传达的思想。单击此处添加文本具体内容，简明扼要地阐述您的观点。"/>
  <p:tag name="KSO_WM_UNIT_USESOURCEFORMAT_APPLY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4762_1*l_h_a*1_1_1"/>
  <p:tag name="KSO_WM_TEMPLATE_CATEGORY" val="diagram"/>
  <p:tag name="KSO_WM_TEMPLATE_INDEX" val="20234762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317.1493835449219,&quot;left&quot;:389.02314960629917,&quot;top&quot;:166.63440271572807,&quot;width&quot;:48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VALUE" val="30"/>
  <p:tag name="KSO_WM_UNIT_PRESET_TEXT" val="单击添加项标题内容"/>
  <p:tag name="KSO_WM_UNIT_USESOURCEFORMAT_APPLY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4762_1*l_h_f*1_3_1"/>
  <p:tag name="KSO_WM_TEMPLATE_CATEGORY" val="diagram"/>
  <p:tag name="KSO_WM_TEMPLATE_INDEX" val="20234762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317.1493835449219,&quot;left&quot;:389.02314960629917,&quot;top&quot;:166.63440271572807,&quot;width&quot;:48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文本具体内容，简明扼要地阐述您的观点。根据需要可酌情增减文字内容以便观者准确地理解您传达的思想。单击此处添加文本具体内容，简明扼要地阐述您的观点。"/>
  <p:tag name="KSO_WM_UNIT_USESOURCEFORMAT_APPLY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4762_1*l_h_a*1_3_1"/>
  <p:tag name="KSO_WM_TEMPLATE_CATEGORY" val="diagram"/>
  <p:tag name="KSO_WM_TEMPLATE_INDEX" val="20234762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317.1493835449219,&quot;left&quot;:389.02314960629917,&quot;top&quot;:166.63440271572807,&quot;width&quot;:48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项标题内容"/>
  <p:tag name="KSO_WM_UNIT_USESOURCEFORMAT_APPLY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4762_1*l_h_f*1_2_1"/>
  <p:tag name="KSO_WM_TEMPLATE_CATEGORY" val="diagram"/>
  <p:tag name="KSO_WM_TEMPLATE_INDEX" val="20234762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317.1493835449219,&quot;left&quot;:389.02314960629917,&quot;top&quot;:166.63440271572807,&quot;width&quot;:48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文本具体内容，简明扼要地阐述您的观点。根据需要可酌情增减文字内容以便观者准确地理解您传达的思想。单击此处添加文本具体内容，简明扼要地阐述您的观点。"/>
  <p:tag name="KSO_WM_UNIT_USESOURCEFORMAT_APPLY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4762_1*l_h_a*1_2_1"/>
  <p:tag name="KSO_WM_TEMPLATE_CATEGORY" val="diagram"/>
  <p:tag name="KSO_WM_TEMPLATE_INDEX" val="20234762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317.1493835449219,&quot;left&quot;:389.02314960629917,&quot;top&quot;:166.63440271572807,&quot;width&quot;:48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项标题内容"/>
  <p:tag name="KSO_WM_UNIT_USESOURCEFORMAT_APPLY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6944_1*a*1"/>
  <p:tag name="KSO_WM_TEMPLATE_CATEGORY" val="custom"/>
  <p:tag name="KSO_WM_TEMPLATE_INDEX" val="20236944"/>
  <p:tag name="KSO_WM_UNIT_LAYERLEVEL" val="1"/>
  <p:tag name="KSO_WM_TAG_VERSION" val="3.0"/>
  <p:tag name="KSO_WM_BEAUTIFY_FLAG" val="#wm#"/>
  <p:tag name="KSO_WM_UNIT_PRESET_TEXT" val="单击此处添加标题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SUBTYPE" val="a"/>
  <p:tag name="KSO_WM_UNIT_NOCLEAR" val="0"/>
  <p:tag name="KSO_WM_UNIT_VALUE" val="5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4990_1*f*1"/>
  <p:tag name="KSO_WM_TEMPLATE_CATEGORY" val="custom"/>
  <p:tag name="KSO_WM_TEMPLATE_INDEX" val="20234990"/>
  <p:tag name="KSO_WM_UNIT_LAYERLEVEL" val="1"/>
  <p:tag name="KSO_WM_TAG_VERSION" val="3.0"/>
  <p:tag name="KSO_WM_DIAGRAM_GROUP_CODE" val="l1-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&#10;单击此处添加文本具体内容，简明扼要地阐述您的观点。根据需要可酌情增减文字，以便观者准确地理解您传达的思想。单击此处添加文本具体内容，简明扼要地阐述您的观点。"/>
  <p:tag name="KSO_WM_UNIT_TEXT_FILL_FORE_SCHEMECOLOR_INDEX" val="13"/>
  <p:tag name="KSO_WM_UNIT_TEXT_FILL_TYPE" val="1"/>
  <p:tag name="KSO_WM_UNIT_USESOURCEFORMAT_APPLY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9149_10"/>
  <p:tag name="KSO_WM_TEMPLATE_SUBCATEGORY" val="0"/>
  <p:tag name="KSO_WM_TEMPLATE_MASTER_TYPE" val="1"/>
  <p:tag name="KSO_WM_TEMPLATE_COLOR_TYPE" val="0"/>
  <p:tag name="KSO_WM_SLIDE_ITEM_CNT" val="0"/>
  <p:tag name="KSO_WM_SLIDE_INDEX" val="10"/>
  <p:tag name="KSO_WM_TAG_VERSION" val="1.0"/>
  <p:tag name="KSO_WM_BEAUTIFY_FLAG" val="#wm#"/>
  <p:tag name="KSO_WM_TEMPLATE_CATEGORY" val="custom"/>
  <p:tag name="KSO_WM_TEMPLATE_INDEX" val="20229149"/>
  <p:tag name="KSO_WM_SLIDE_TYPE" val="endPage"/>
  <p:tag name="KSO_WM_SLIDE_SUBTYPE" val="pureTxt"/>
  <p:tag name="KSO_WM_SLIDE_LAYOUT" val="a_b"/>
  <p:tag name="KSO_WM_SLIDE_LAYOUT_CNT" val="1_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77_9*a*1"/>
  <p:tag name="KSO_WM_TEMPLATE_CATEGORY" val="custom"/>
  <p:tag name="KSO_WM_TEMPLATE_INDEX" val="20230977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  <p:tag name="KSO_WM_UNIT_PRESET_TEXT" val="感谢大家观看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77_9*a*1"/>
  <p:tag name="KSO_WM_TEMPLATE_CATEGORY" val="custom"/>
  <p:tag name="KSO_WM_TEMPLATE_INDEX" val="20230977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  <p:tag name="KSO_WM_UNIT_PRESET_TEXT" val="感谢大家观看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141</Words>
  <Application>WPS 演示</Application>
  <PresentationFormat>Custom</PresentationFormat>
  <Paragraphs>32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WPS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acer</cp:lastModifiedBy>
  <cp:revision>61</cp:revision>
  <dcterms:created xsi:type="dcterms:W3CDTF">2023-08-09T12:44:00Z</dcterms:created>
  <dcterms:modified xsi:type="dcterms:W3CDTF">2025-09-20T09:32:49Z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3AE06B8D25D54DFB9B1077890E47DCD9_13</vt:lpwstr>
  </property>
  <property fmtid="{D5CDD505-2E9C-101B-9397-08002B2CF9AE}" pid="3" name="KSOProductBuildVer">
    <vt:lpwstr>2052-12.1.0.20305</vt:lpwstr>
  </property>
</Properties>
</file>