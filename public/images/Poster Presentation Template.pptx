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43463" cy="21602700"/>
  <p:notesSz cx="6858000" cy="9144000"/>
  <p:defaultTextStyle>
    <a:defPPr>
      <a:defRPr lang="en-US"/>
    </a:defPPr>
    <a:lvl1pPr marL="0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1481282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2962565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4443847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5925129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7406411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8887694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0368976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1850258" algn="l" defTabSz="2962565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9" d="100"/>
          <a:sy n="19" d="100"/>
        </p:scale>
        <p:origin x="-1372" y="-100"/>
      </p:cViewPr>
      <p:guideLst>
        <p:guide orient="horz" pos="6804"/>
        <p:guide pos="95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260" y="6710840"/>
            <a:ext cx="25706944" cy="463057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6520" y="12241530"/>
            <a:ext cx="21170424" cy="552069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81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6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43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25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406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87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689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50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25" y="13881737"/>
            <a:ext cx="25706944" cy="4290536"/>
          </a:xfrm>
        </p:spPr>
        <p:txBody>
          <a:bodyPr anchor="t"/>
          <a:lstStyle>
            <a:lvl1pPr algn="l">
              <a:defRPr sz="1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9025" y="9156148"/>
            <a:ext cx="25706944" cy="4725589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81282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62565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43847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25129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40641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87694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68976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5025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173" y="5040632"/>
            <a:ext cx="13357529" cy="14256783"/>
          </a:xfrm>
        </p:spPr>
        <p:txBody>
          <a:bodyPr/>
          <a:lstStyle>
            <a:lvl1pPr>
              <a:defRPr sz="9100"/>
            </a:lvl1pPr>
            <a:lvl2pPr>
              <a:defRPr sz="78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73761" y="5040632"/>
            <a:ext cx="13357529" cy="14256783"/>
          </a:xfrm>
        </p:spPr>
        <p:txBody>
          <a:bodyPr/>
          <a:lstStyle>
            <a:lvl1pPr>
              <a:defRPr sz="9100"/>
            </a:lvl1pPr>
            <a:lvl2pPr>
              <a:defRPr sz="78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173" y="4835606"/>
            <a:ext cx="13362782" cy="2015250"/>
          </a:xfrm>
        </p:spPr>
        <p:txBody>
          <a:bodyPr anchor="b"/>
          <a:lstStyle>
            <a:lvl1pPr marL="0" indent="0">
              <a:buNone/>
              <a:defRPr sz="7800" b="1"/>
            </a:lvl1pPr>
            <a:lvl2pPr marL="1481282" indent="0">
              <a:buNone/>
              <a:defRPr sz="6500" b="1"/>
            </a:lvl2pPr>
            <a:lvl3pPr marL="2962565" indent="0">
              <a:buNone/>
              <a:defRPr sz="5800" b="1"/>
            </a:lvl3pPr>
            <a:lvl4pPr marL="4443847" indent="0">
              <a:buNone/>
              <a:defRPr sz="5200" b="1"/>
            </a:lvl4pPr>
            <a:lvl5pPr marL="5925129" indent="0">
              <a:buNone/>
              <a:defRPr sz="5200" b="1"/>
            </a:lvl5pPr>
            <a:lvl6pPr marL="7406411" indent="0">
              <a:buNone/>
              <a:defRPr sz="5200" b="1"/>
            </a:lvl6pPr>
            <a:lvl7pPr marL="8887694" indent="0">
              <a:buNone/>
              <a:defRPr sz="5200" b="1"/>
            </a:lvl7pPr>
            <a:lvl8pPr marL="10368976" indent="0">
              <a:buNone/>
              <a:defRPr sz="5200" b="1"/>
            </a:lvl8pPr>
            <a:lvl9pPr marL="11850258" indent="0">
              <a:buNone/>
              <a:defRPr sz="5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173" y="6850856"/>
            <a:ext cx="13362782" cy="12446557"/>
          </a:xfrm>
        </p:spPr>
        <p:txBody>
          <a:bodyPr/>
          <a:lstStyle>
            <a:lvl1pPr>
              <a:defRPr sz="78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63261" y="4835606"/>
            <a:ext cx="13368031" cy="2015250"/>
          </a:xfrm>
        </p:spPr>
        <p:txBody>
          <a:bodyPr anchor="b"/>
          <a:lstStyle>
            <a:lvl1pPr marL="0" indent="0">
              <a:buNone/>
              <a:defRPr sz="7800" b="1"/>
            </a:lvl1pPr>
            <a:lvl2pPr marL="1481282" indent="0">
              <a:buNone/>
              <a:defRPr sz="6500" b="1"/>
            </a:lvl2pPr>
            <a:lvl3pPr marL="2962565" indent="0">
              <a:buNone/>
              <a:defRPr sz="5800" b="1"/>
            </a:lvl3pPr>
            <a:lvl4pPr marL="4443847" indent="0">
              <a:buNone/>
              <a:defRPr sz="5200" b="1"/>
            </a:lvl4pPr>
            <a:lvl5pPr marL="5925129" indent="0">
              <a:buNone/>
              <a:defRPr sz="5200" b="1"/>
            </a:lvl5pPr>
            <a:lvl6pPr marL="7406411" indent="0">
              <a:buNone/>
              <a:defRPr sz="5200" b="1"/>
            </a:lvl6pPr>
            <a:lvl7pPr marL="8887694" indent="0">
              <a:buNone/>
              <a:defRPr sz="5200" b="1"/>
            </a:lvl7pPr>
            <a:lvl8pPr marL="10368976" indent="0">
              <a:buNone/>
              <a:defRPr sz="5200" b="1"/>
            </a:lvl8pPr>
            <a:lvl9pPr marL="11850258" indent="0">
              <a:buNone/>
              <a:defRPr sz="5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63261" y="6850856"/>
            <a:ext cx="13368031" cy="12446557"/>
          </a:xfrm>
        </p:spPr>
        <p:txBody>
          <a:bodyPr/>
          <a:lstStyle>
            <a:lvl1pPr>
              <a:defRPr sz="78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175" y="860107"/>
            <a:ext cx="9949891" cy="3660458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4354" y="860109"/>
            <a:ext cx="16906936" cy="18437306"/>
          </a:xfrm>
        </p:spPr>
        <p:txBody>
          <a:bodyPr/>
          <a:lstStyle>
            <a:lvl1pPr>
              <a:defRPr sz="10400"/>
            </a:lvl1pPr>
            <a:lvl2pPr>
              <a:defRPr sz="9100"/>
            </a:lvl2pPr>
            <a:lvl3pPr>
              <a:defRPr sz="78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175" y="4520567"/>
            <a:ext cx="9949891" cy="14776848"/>
          </a:xfrm>
        </p:spPr>
        <p:txBody>
          <a:bodyPr/>
          <a:lstStyle>
            <a:lvl1pPr marL="0" indent="0">
              <a:buNone/>
              <a:defRPr sz="4500"/>
            </a:lvl1pPr>
            <a:lvl2pPr marL="1481282" indent="0">
              <a:buNone/>
              <a:defRPr sz="3900"/>
            </a:lvl2pPr>
            <a:lvl3pPr marL="2962565" indent="0">
              <a:buNone/>
              <a:defRPr sz="3200"/>
            </a:lvl3pPr>
            <a:lvl4pPr marL="4443847" indent="0">
              <a:buNone/>
              <a:defRPr sz="2900"/>
            </a:lvl4pPr>
            <a:lvl5pPr marL="5925129" indent="0">
              <a:buNone/>
              <a:defRPr sz="2900"/>
            </a:lvl5pPr>
            <a:lvl6pPr marL="7406411" indent="0">
              <a:buNone/>
              <a:defRPr sz="2900"/>
            </a:lvl6pPr>
            <a:lvl7pPr marL="8887694" indent="0">
              <a:buNone/>
              <a:defRPr sz="2900"/>
            </a:lvl7pPr>
            <a:lvl8pPr marL="10368976" indent="0">
              <a:buNone/>
              <a:defRPr sz="2900"/>
            </a:lvl8pPr>
            <a:lvl9pPr marL="11850258" indent="0">
              <a:buNone/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7930" y="15121890"/>
            <a:ext cx="18146078" cy="1785225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27930" y="1930241"/>
            <a:ext cx="18146078" cy="12961620"/>
          </a:xfrm>
        </p:spPr>
        <p:txBody>
          <a:bodyPr/>
          <a:lstStyle>
            <a:lvl1pPr marL="0" indent="0">
              <a:buNone/>
              <a:defRPr sz="10400"/>
            </a:lvl1pPr>
            <a:lvl2pPr marL="1481282" indent="0">
              <a:buNone/>
              <a:defRPr sz="9100"/>
            </a:lvl2pPr>
            <a:lvl3pPr marL="2962565" indent="0">
              <a:buNone/>
              <a:defRPr sz="7800"/>
            </a:lvl3pPr>
            <a:lvl4pPr marL="4443847" indent="0">
              <a:buNone/>
              <a:defRPr sz="6500"/>
            </a:lvl4pPr>
            <a:lvl5pPr marL="5925129" indent="0">
              <a:buNone/>
              <a:defRPr sz="6500"/>
            </a:lvl5pPr>
            <a:lvl6pPr marL="7406411" indent="0">
              <a:buNone/>
              <a:defRPr sz="6500"/>
            </a:lvl6pPr>
            <a:lvl7pPr marL="8887694" indent="0">
              <a:buNone/>
              <a:defRPr sz="6500"/>
            </a:lvl7pPr>
            <a:lvl8pPr marL="10368976" indent="0">
              <a:buNone/>
              <a:defRPr sz="6500"/>
            </a:lvl8pPr>
            <a:lvl9pPr marL="11850258" indent="0">
              <a:buNone/>
              <a:defRPr sz="6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7930" y="16907115"/>
            <a:ext cx="18146078" cy="2535315"/>
          </a:xfrm>
        </p:spPr>
        <p:txBody>
          <a:bodyPr/>
          <a:lstStyle>
            <a:lvl1pPr marL="0" indent="0">
              <a:buNone/>
              <a:defRPr sz="4500"/>
            </a:lvl1pPr>
            <a:lvl2pPr marL="1481282" indent="0">
              <a:buNone/>
              <a:defRPr sz="3900"/>
            </a:lvl2pPr>
            <a:lvl3pPr marL="2962565" indent="0">
              <a:buNone/>
              <a:defRPr sz="3200"/>
            </a:lvl3pPr>
            <a:lvl4pPr marL="4443847" indent="0">
              <a:buNone/>
              <a:defRPr sz="2900"/>
            </a:lvl4pPr>
            <a:lvl5pPr marL="5925129" indent="0">
              <a:buNone/>
              <a:defRPr sz="2900"/>
            </a:lvl5pPr>
            <a:lvl6pPr marL="7406411" indent="0">
              <a:buNone/>
              <a:defRPr sz="2900"/>
            </a:lvl6pPr>
            <a:lvl7pPr marL="8887694" indent="0">
              <a:buNone/>
              <a:defRPr sz="2900"/>
            </a:lvl7pPr>
            <a:lvl8pPr marL="10368976" indent="0">
              <a:buNone/>
              <a:defRPr sz="2900"/>
            </a:lvl8pPr>
            <a:lvl9pPr marL="11850258" indent="0">
              <a:buNone/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26511" y="865111"/>
            <a:ext cx="6804779" cy="184323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173" y="865111"/>
            <a:ext cx="19910280" cy="1843230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2173" y="865110"/>
            <a:ext cx="27219117" cy="3600450"/>
          </a:xfrm>
          <a:prstGeom prst="rect">
            <a:avLst/>
          </a:prstGeom>
        </p:spPr>
        <p:txBody>
          <a:bodyPr vert="horz" lIns="296256" tIns="148128" rIns="296256" bIns="14812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173" y="5040632"/>
            <a:ext cx="27219117" cy="14256783"/>
          </a:xfrm>
          <a:prstGeom prst="rect">
            <a:avLst/>
          </a:prstGeom>
        </p:spPr>
        <p:txBody>
          <a:bodyPr vert="horz" lIns="296256" tIns="148128" rIns="296256" bIns="14812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2173" y="20022504"/>
            <a:ext cx="7056808" cy="1150144"/>
          </a:xfrm>
          <a:prstGeom prst="rect">
            <a:avLst/>
          </a:prstGeom>
        </p:spPr>
        <p:txBody>
          <a:bodyPr vert="horz" lIns="296256" tIns="148128" rIns="296256" bIns="148128" rtlCol="0" anchor="ctr"/>
          <a:lstStyle>
            <a:lvl1pPr algn="l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42650-B0E6-43F4-9900-D2714E5087F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33183" y="20022504"/>
            <a:ext cx="9577097" cy="1150144"/>
          </a:xfrm>
          <a:prstGeom prst="rect">
            <a:avLst/>
          </a:prstGeom>
        </p:spPr>
        <p:txBody>
          <a:bodyPr vert="horz" lIns="296256" tIns="148128" rIns="296256" bIns="148128" rtlCol="0" anchor="ctr"/>
          <a:lstStyle>
            <a:lvl1pPr algn="ct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74482" y="20022504"/>
            <a:ext cx="7056808" cy="1150144"/>
          </a:xfrm>
          <a:prstGeom prst="rect">
            <a:avLst/>
          </a:prstGeom>
        </p:spPr>
        <p:txBody>
          <a:bodyPr vert="horz" lIns="296256" tIns="148128" rIns="296256" bIns="148128" rtlCol="0" anchor="ctr"/>
          <a:lstStyle>
            <a:lvl1pPr algn="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C6B39-73B6-4FF9-9A1E-CA1A73624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62565" rtl="0" eaLnBrk="1" latinLnBrk="0" hangingPunct="1">
        <a:spcBef>
          <a:spcPct val="0"/>
        </a:spcBef>
        <a:buNone/>
        <a:defRPr sz="1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0962" indent="-1110962" algn="l" defTabSz="2962565" rtl="0" eaLnBrk="1" latinLnBrk="0" hangingPunct="1">
        <a:spcBef>
          <a:spcPct val="20000"/>
        </a:spcBef>
        <a:buFont typeface="Arial" pitchFamily="34" charset="0"/>
        <a:buChar char="•"/>
        <a:defRPr sz="10400" kern="1200">
          <a:solidFill>
            <a:schemeClr val="tx1"/>
          </a:solidFill>
          <a:latin typeface="+mn-lt"/>
          <a:ea typeface="+mn-ea"/>
          <a:cs typeface="+mn-cs"/>
        </a:defRPr>
      </a:lvl1pPr>
      <a:lvl2pPr marL="2407084" indent="-925801" algn="l" defTabSz="2962565" rtl="0" eaLnBrk="1" latinLnBrk="0" hangingPunct="1">
        <a:spcBef>
          <a:spcPct val="20000"/>
        </a:spcBef>
        <a:buFont typeface="Arial" pitchFamily="34" charset="0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2pPr>
      <a:lvl3pPr marL="3703206" indent="-740641" algn="l" defTabSz="2962565" rtl="0" eaLnBrk="1" latinLnBrk="0" hangingPunct="1">
        <a:spcBef>
          <a:spcPct val="20000"/>
        </a:spcBef>
        <a:buFont typeface="Arial" pitchFamily="34" charset="0"/>
        <a:buChar char="•"/>
        <a:defRPr sz="7800" kern="1200">
          <a:solidFill>
            <a:schemeClr val="tx1"/>
          </a:solidFill>
          <a:latin typeface="+mn-lt"/>
          <a:ea typeface="+mn-ea"/>
          <a:cs typeface="+mn-cs"/>
        </a:defRPr>
      </a:lvl3pPr>
      <a:lvl4pPr marL="5184488" indent="-740641" algn="l" defTabSz="2962565" rtl="0" eaLnBrk="1" latinLnBrk="0" hangingPunct="1">
        <a:spcBef>
          <a:spcPct val="20000"/>
        </a:spcBef>
        <a:buFont typeface="Arial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65770" indent="-740641" algn="l" defTabSz="2962565" rtl="0" eaLnBrk="1" latinLnBrk="0" hangingPunct="1">
        <a:spcBef>
          <a:spcPct val="20000"/>
        </a:spcBef>
        <a:buFont typeface="Arial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47053" indent="-740641" algn="l" defTabSz="2962565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628335" indent="-740641" algn="l" defTabSz="2962565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109617" indent="-740641" algn="l" defTabSz="2962565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90899" indent="-740641" algn="l" defTabSz="2962565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81282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62565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43847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25129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406411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87694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68976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50258" algn="l" defTabSz="2962565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9105" y="514278"/>
            <a:ext cx="18666018" cy="3600400"/>
          </a:xfrm>
        </p:spPr>
        <p:txBody>
          <a:bodyPr>
            <a:normAutofit fontScale="90000"/>
          </a:bodyPr>
          <a:lstStyle/>
          <a:p>
            <a:r>
              <a:rPr lang="en-US" sz="11700" dirty="0" smtClean="0"/>
              <a:t>Title of the Paper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5800" dirty="0" smtClean="0"/>
              <a:t>Author1, Author2, Author3</a:t>
            </a:r>
            <a:br>
              <a:rPr lang="en-US" sz="5800" dirty="0" smtClean="0"/>
            </a:br>
            <a:r>
              <a:rPr lang="en-US" sz="5800" dirty="0" smtClean="0"/>
              <a:t>Author Affiliations</a:t>
            </a:r>
            <a:br>
              <a:rPr lang="en-US" sz="5800" dirty="0" smtClean="0"/>
            </a:br>
            <a:r>
              <a:rPr lang="en-US" sz="5800" dirty="0" smtClean="0"/>
              <a:t>email: author@gmail.com</a:t>
            </a:r>
            <a:endParaRPr lang="en-US" sz="5800" dirty="0"/>
          </a:p>
        </p:txBody>
      </p:sp>
      <p:pic>
        <p:nvPicPr>
          <p:cNvPr id="1026" name="Picture 2" descr="TIE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1321" y="1085782"/>
            <a:ext cx="3357636" cy="2059666"/>
          </a:xfrm>
          <a:prstGeom prst="rect">
            <a:avLst/>
          </a:prstGeom>
          <a:noFill/>
        </p:spPr>
      </p:pic>
      <p:pic>
        <p:nvPicPr>
          <p:cNvPr id="1028" name="Picture 4" descr="NITTT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65993" y="1514410"/>
            <a:ext cx="3157607" cy="270041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72452" y="3125882"/>
            <a:ext cx="5434410" cy="1637977"/>
          </a:xfrm>
          <a:prstGeom prst="rect">
            <a:avLst/>
          </a:prstGeom>
          <a:noFill/>
        </p:spPr>
        <p:txBody>
          <a:bodyPr wrap="square" lIns="296256" tIns="148128" rIns="296256" bIns="148128" rtlCol="0">
            <a:spAutoFit/>
          </a:bodyPr>
          <a:lstStyle/>
          <a:p>
            <a:pPr algn="ctr"/>
            <a:r>
              <a:rPr lang="en-US" sz="2900" b="1" dirty="0" smtClean="0"/>
              <a:t>THEC2025</a:t>
            </a:r>
          </a:p>
          <a:p>
            <a:pPr algn="ctr"/>
            <a:r>
              <a:rPr lang="en-US" sz="2900" b="1" dirty="0" smtClean="0"/>
              <a:t>Sept 26-27, 2025, Patiala, Punjab, India</a:t>
            </a:r>
            <a:endParaRPr lang="en-US" sz="29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8730" y="4950578"/>
          <a:ext cx="13940444" cy="153020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40444"/>
              </a:tblGrid>
              <a:tr h="1546184">
                <a:tc>
                  <a:txBody>
                    <a:bodyPr/>
                    <a:lstStyle/>
                    <a:p>
                      <a:pPr algn="ctr"/>
                      <a:r>
                        <a:rPr lang="en-US" sz="5700" dirty="0" smtClean="0"/>
                        <a:t>INTRODUCTION</a:t>
                      </a:r>
                      <a:endParaRPr lang="en-US" sz="5700" dirty="0"/>
                    </a:p>
                  </a:txBody>
                  <a:tcPr marL="302435" marR="302435" marT="144018" marB="14401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996750">
                <a:tc>
                  <a:txBody>
                    <a:bodyPr/>
                    <a:lstStyle/>
                    <a:p>
                      <a:r>
                        <a:rPr lang="en-US" sz="5700" dirty="0" smtClean="0"/>
                        <a:t>Give brief introduction of the work here</a:t>
                      </a:r>
                      <a:endParaRPr lang="en-US" sz="5700" dirty="0"/>
                    </a:p>
                  </a:txBody>
                  <a:tcPr marL="302435" marR="302435" marT="144018" marB="144018"/>
                </a:tc>
              </a:tr>
              <a:tr h="1546184">
                <a:tc>
                  <a:txBody>
                    <a:bodyPr/>
                    <a:lstStyle/>
                    <a:p>
                      <a:pPr algn="ctr"/>
                      <a:r>
                        <a:rPr lang="en-US" sz="5700" dirty="0" smtClean="0"/>
                        <a:t>OBJECTIVES</a:t>
                      </a:r>
                      <a:endParaRPr lang="en-US" sz="5700" dirty="0"/>
                    </a:p>
                  </a:txBody>
                  <a:tcPr marL="302435" marR="302435" marT="144018" marB="14401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783017">
                <a:tc>
                  <a:txBody>
                    <a:bodyPr/>
                    <a:lstStyle/>
                    <a:p>
                      <a:r>
                        <a:rPr lang="en-US" sz="5700" dirty="0" smtClean="0"/>
                        <a:t>List your objectives</a:t>
                      </a:r>
                      <a:r>
                        <a:rPr lang="en-US" sz="5700" baseline="0" dirty="0" smtClean="0"/>
                        <a:t> here</a:t>
                      </a:r>
                      <a:endParaRPr lang="en-US" sz="5700" dirty="0"/>
                    </a:p>
                  </a:txBody>
                  <a:tcPr marL="302435" marR="302435" marT="144018" marB="144018"/>
                </a:tc>
              </a:tr>
              <a:tr h="1546184">
                <a:tc>
                  <a:txBody>
                    <a:bodyPr/>
                    <a:lstStyle/>
                    <a:p>
                      <a:pPr algn="ctr"/>
                      <a:r>
                        <a:rPr lang="en-US" sz="5700" dirty="0" smtClean="0"/>
                        <a:t>METHODOLOGY</a:t>
                      </a:r>
                      <a:endParaRPr lang="en-US" sz="5700" dirty="0"/>
                    </a:p>
                  </a:txBody>
                  <a:tcPr marL="302435" marR="302435" marT="144018" marB="14401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668756">
                <a:tc>
                  <a:txBody>
                    <a:bodyPr/>
                    <a:lstStyle/>
                    <a:p>
                      <a:r>
                        <a:rPr lang="en-US" sz="5700" dirty="0" smtClean="0"/>
                        <a:t>Present</a:t>
                      </a:r>
                      <a:r>
                        <a:rPr lang="en-US" sz="5700" baseline="0" dirty="0" smtClean="0"/>
                        <a:t> your methodology/ framework diagram/approach here</a:t>
                      </a:r>
                      <a:endParaRPr lang="en-US" sz="5700" dirty="0"/>
                    </a:p>
                  </a:txBody>
                  <a:tcPr marL="302435" marR="302435" marT="144018" marB="144018"/>
                </a:tc>
              </a:tr>
              <a:tr h="1546184">
                <a:tc>
                  <a:txBody>
                    <a:bodyPr/>
                    <a:lstStyle/>
                    <a:p>
                      <a:pPr algn="ctr"/>
                      <a:r>
                        <a:rPr lang="en-US" sz="5700" dirty="0" smtClean="0"/>
                        <a:t>DATA GENERATION</a:t>
                      </a:r>
                      <a:endParaRPr lang="en-US" sz="5700" dirty="0"/>
                    </a:p>
                  </a:txBody>
                  <a:tcPr marL="302435" marR="302435" marT="144018" marB="14401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668756">
                <a:tc>
                  <a:txBody>
                    <a:bodyPr/>
                    <a:lstStyle/>
                    <a:p>
                      <a:r>
                        <a:rPr lang="en-US" sz="5700" dirty="0" smtClean="0"/>
                        <a:t>Show Data Tables/Analysis/models</a:t>
                      </a:r>
                      <a:r>
                        <a:rPr lang="en-US" sz="5700" baseline="0" dirty="0" smtClean="0"/>
                        <a:t> created as diagram here</a:t>
                      </a:r>
                      <a:endParaRPr lang="en-US" sz="5700" dirty="0"/>
                    </a:p>
                  </a:txBody>
                  <a:tcPr marL="302435" marR="302435" marT="144018" marB="144018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594289" y="4950578"/>
          <a:ext cx="13704165" cy="153020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04165"/>
              </a:tblGrid>
              <a:tr h="1546184">
                <a:tc>
                  <a:txBody>
                    <a:bodyPr/>
                    <a:lstStyle/>
                    <a:p>
                      <a:pPr algn="ctr"/>
                      <a:r>
                        <a:rPr lang="en-US" sz="5700" dirty="0" smtClean="0"/>
                        <a:t>RESULTS</a:t>
                      </a:r>
                      <a:endParaRPr lang="en-US" sz="5700" dirty="0"/>
                    </a:p>
                  </a:txBody>
                  <a:tcPr marL="302435" marR="302435" marT="144018" marB="14401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325951">
                <a:tc>
                  <a:txBody>
                    <a:bodyPr/>
                    <a:lstStyle/>
                    <a:p>
                      <a:r>
                        <a:rPr lang="en-US" sz="5700" dirty="0" smtClean="0"/>
                        <a:t>Show the results/graphs/outcome here</a:t>
                      </a:r>
                      <a:endParaRPr lang="en-US" sz="5700" dirty="0"/>
                    </a:p>
                  </a:txBody>
                  <a:tcPr marL="302435" marR="302435" marT="144018" marB="144018"/>
                </a:tc>
              </a:tr>
              <a:tr h="1546184">
                <a:tc>
                  <a:txBody>
                    <a:bodyPr/>
                    <a:lstStyle/>
                    <a:p>
                      <a:pPr algn="ctr"/>
                      <a:r>
                        <a:rPr lang="en-US" sz="5700" dirty="0" smtClean="0"/>
                        <a:t>SUMMARY AND CONCLUSIONS</a:t>
                      </a:r>
                      <a:endParaRPr lang="en-US" sz="5700" dirty="0"/>
                    </a:p>
                  </a:txBody>
                  <a:tcPr marL="302435" marR="302435" marT="144018" marB="14401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668756">
                <a:tc>
                  <a:txBody>
                    <a:bodyPr/>
                    <a:lstStyle/>
                    <a:p>
                      <a:r>
                        <a:rPr lang="en-US" sz="5700" dirty="0" smtClean="0"/>
                        <a:t>State the summary</a:t>
                      </a:r>
                      <a:r>
                        <a:rPr lang="en-US" sz="5700" baseline="0" dirty="0" smtClean="0"/>
                        <a:t> and conclusion here</a:t>
                      </a:r>
                      <a:endParaRPr lang="en-US" sz="5700" dirty="0"/>
                    </a:p>
                  </a:txBody>
                  <a:tcPr marL="302435" marR="302435" marT="144018" marB="144018"/>
                </a:tc>
              </a:tr>
              <a:tr h="1546184">
                <a:tc>
                  <a:txBody>
                    <a:bodyPr/>
                    <a:lstStyle/>
                    <a:p>
                      <a:pPr algn="ctr"/>
                      <a:r>
                        <a:rPr lang="en-US" sz="5700" dirty="0" smtClean="0"/>
                        <a:t>ACKNOWLEDGEMENTS</a:t>
                      </a:r>
                      <a:endParaRPr lang="en-US" sz="5700" dirty="0"/>
                    </a:p>
                  </a:txBody>
                  <a:tcPr marL="302435" marR="302435" marT="144018" marB="144018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668756">
                <a:tc>
                  <a:txBody>
                    <a:bodyPr/>
                    <a:lstStyle/>
                    <a:p>
                      <a:r>
                        <a:rPr lang="en-US" sz="5700" dirty="0" smtClean="0"/>
                        <a:t>Write the acknowledgement here</a:t>
                      </a:r>
                      <a:endParaRPr lang="en-US" sz="5700" dirty="0"/>
                    </a:p>
                  </a:txBody>
                  <a:tcPr marL="302435" marR="302435" marT="144018" marB="144018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051349" y="657154"/>
            <a:ext cx="628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 err="1" smtClean="0"/>
              <a:t>Abstract_ID</a:t>
            </a:r>
            <a:r>
              <a:rPr lang="en-US" sz="4400" b="1" dirty="0" smtClean="0"/>
              <a:t>: xxx</a:t>
            </a:r>
            <a:endParaRPr lang="en-US" sz="4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0952040"/>
            <a:ext cx="30243463" cy="70788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000" dirty="0" smtClean="0"/>
              <a:t>© Contents should not be copied, All right reserved with the Author.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81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Title of the Paper Author1, Author2, Author3 Author Affiliations email: author@gmail.com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acer</cp:lastModifiedBy>
  <cp:revision>6</cp:revision>
  <dcterms:created xsi:type="dcterms:W3CDTF">2025-09-09T03:21:06Z</dcterms:created>
  <dcterms:modified xsi:type="dcterms:W3CDTF">2025-09-14T04:18:52Z</dcterms:modified>
</cp:coreProperties>
</file>